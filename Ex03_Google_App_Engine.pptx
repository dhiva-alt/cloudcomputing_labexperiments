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80160" y="3063240"/>
            <a:ext cx="962863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80160" y="306324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03
</a:t>
            </a:r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Install Google App Engine — Hello World App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4348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Install Google App Engine and create a hello world app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simple web applications using Python/Java.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Google App Engine (GAE), create a hello world app and other simple web applications using Python/Java, and deploy them.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with the Google Plugin for Eclipse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 Java SDK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account &amp; App Engine application ID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server (localhost:8888)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Google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for Eclipse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26517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Web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Project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38404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3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50292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92240" y="5029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Install Plugin &amp; Create Project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Google Plugin for Eclipse: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Google Plugin for Eclipse together with the Google App Engine Java SDK (or install the SDK separately and extract it).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Create New Web Application Project: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Eclipse toolbar, click the Google icon and select 'New Web Application Project…'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913632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Deselect 'Use Google Web Toolkit' and link the GAE Java SDK via the 'Configure SDKs' link before creating the project.</a:t>
            </a:r>
            <a:endParaRPr lang="en-US" sz="1300" dirty="0"/>
          </a:p>
        </p:txBody>
      </p:sp>
      <p:pic>
        <p:nvPicPr>
          <p:cNvPr id="10" name="Image 1" descr="/home/claude/assets/e3_google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88720"/>
            <a:ext cx="5074920" cy="20343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37960" y="1188720"/>
            <a:ext cx="5074920" cy="203432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960" y="331448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Plugin menu — New Web Application Project</a:t>
            </a:r>
            <a:endParaRPr lang="en-US" sz="1050" dirty="0"/>
          </a:p>
        </p:txBody>
      </p:sp>
      <p:pic>
        <p:nvPicPr>
          <p:cNvPr id="13" name="Image 2" descr="/home/claude/assets/e3_newprojectdia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794760"/>
            <a:ext cx="2377440" cy="2750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915400" y="3794760"/>
            <a:ext cx="2377440" cy="275012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915400" y="6636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creation dialog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Generated Project Structure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Finish, and the Google Plugin for Eclipse generates a sample project automatically — a standard Java web project layout: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33172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HelloWorld/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...Java source code...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META-INF/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...other configuration...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war/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...JSPs, images, data files...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WEB-INF/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...app configuration...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lib/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...JARs for libraries...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classes/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...compiled classes...</a:t>
            </a:r>
            <a:endParaRPr lang="en-US" sz="1300" dirty="0"/>
          </a:p>
        </p:txBody>
      </p:sp>
      <p:pic>
        <p:nvPicPr>
          <p:cNvPr id="9" name="Image 1" descr="/home/claude/assets/e3_projectstru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3200400" cy="36436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89520" y="1188720"/>
            <a:ext cx="3200400" cy="3643648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89520" y="4923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Explorer — HelloWorld project tree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37960" y="539496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20840" y="55138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appengine-web.xml — the extra file App Engine needs to run and deploy the application (sets application ID, version, logging).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Run the App Locally (Step 4)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project and select Run As → 'Web Application'. The Eclipse console confirms the local dev server is running: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760720" cy="1371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2860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 The server is running at http://localhost:8888/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 The admin console is running at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http://localhost:8888/_ah/admin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http://localhost:8888/ to see the Hello App Engine home page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http://localhost:8888/helloworld to see the servlet output</a:t>
            </a:r>
            <a:endParaRPr lang="en-US" sz="1450" dirty="0"/>
          </a:p>
        </p:txBody>
      </p:sp>
      <p:pic>
        <p:nvPicPr>
          <p:cNvPr id="10" name="Image 1" descr="/home/claude/assets/e3_hellolo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4937760" cy="200297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1188720"/>
            <a:ext cx="4937760" cy="2002971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0" y="3283131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App Engine — home page (localhost:8888)</a:t>
            </a:r>
            <a:endParaRPr lang="en-US" sz="1050" dirty="0"/>
          </a:p>
        </p:txBody>
      </p:sp>
      <p:pic>
        <p:nvPicPr>
          <p:cNvPr id="13" name="Image 2" descr="/home/claude/assets/e3_helloworldserv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794760"/>
            <a:ext cx="4937760" cy="20116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675120" y="3794760"/>
            <a:ext cx="4937760" cy="201168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75120" y="5897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HelloWorld servlet output (localhost:8888/helloworld)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Deploy to Google App Engine (Step 5)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 account at appengine.google.com and create an application ID (e.g. 'mkyong123'); set it in appengine-web.xml.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Eclipse, click the Google icon on the toolbar and select 'Deploy to App Engine…'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the Google account and click the Deploy button.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5760720" cy="1600200"/>
          </a:xfrm>
          <a:prstGeom prst="roundRect">
            <a:avLst>
              <a:gd name="adj" fmla="val 4571"/>
            </a:avLst>
          </a:prstGeom>
          <a:solidFill>
            <a:srgbClr val="EFEFF7"/>
          </a:solidFill>
          <a:ln w="12700">
            <a:solidFill>
              <a:srgbClr val="CFCF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617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appengine-web.xml (excerpt):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&lt;application&gt;mkyong123&lt;/application&gt;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&lt;version&gt;1&lt;/version&gt;</a:t>
            </a:r>
            <a:endParaRPr lang="en-US" sz="1250" dirty="0"/>
          </a:p>
        </p:txBody>
      </p:sp>
      <p:pic>
        <p:nvPicPr>
          <p:cNvPr id="11" name="Image 1" descr="/home/claude/assets/e3_deploybut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88720"/>
            <a:ext cx="4023360" cy="21964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37960" y="1188720"/>
            <a:ext cx="4023360" cy="219642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7960" y="347658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'Deploy to App Engine' on the toolbar</a:t>
            </a:r>
            <a:endParaRPr lang="en-US" sz="1050" dirty="0"/>
          </a:p>
        </p:txBody>
      </p:sp>
      <p:pic>
        <p:nvPicPr>
          <p:cNvPr id="14" name="Image 2" descr="/home/claude/assets/e3_deploydia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794760"/>
            <a:ext cx="3108960" cy="229915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863840" y="3794760"/>
            <a:ext cx="3108960" cy="2299158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863840" y="618535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click Deploy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Deployed Application &amp; Result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deployment succeeds, the hello world web application is live at:  </a:t>
            </a:r>
            <a:pPr indent="0" marL="0">
              <a:buNone/>
            </a:pPr>
            <a:r>
              <a:rPr lang="en-US" sz="1450" b="1" i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http://mkyong123.appspot.com/</a:t>
            </a:r>
            <a:endParaRPr lang="en-US" sz="1450" dirty="0"/>
          </a:p>
        </p:txBody>
      </p:sp>
      <p:pic>
        <p:nvPicPr>
          <p:cNvPr id="7" name="Image 1" descr="/home/claude/assets/e3_deploy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760720" cy="23394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94560"/>
            <a:ext cx="5760720" cy="233941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62541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App Engine — live on appspot.com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16002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 (GAE) is a fully managed Platform-as-a-Service (PaaS) for hosting web apps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Plugin for Eclipse streamlines project creation, local testing, and one-click deployment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appengine-web.xml links a local project to a specific application ID on Google's servers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583680" y="41605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12280" y="4315968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 was installed successfully, and a web application displaying 'Hello World' using Java was developed, run locally, and deployed to GAE.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2026-08-21T04:17:35Z</dcterms:created>
  <dcterms:modified xsi:type="dcterms:W3CDTF">2026-08-21T04:17:35Z</dcterms:modified>
</cp:coreProperties>
</file>