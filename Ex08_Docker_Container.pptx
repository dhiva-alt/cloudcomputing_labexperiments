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88720" y="3063240"/>
            <a:ext cx="981151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3063240"/>
            <a:ext cx="9811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08
</a:t>
            </a:r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Creating and Executing Your First</a:t>
            </a:r>
            <a:endParaRPr lang="en-US" sz="20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 Using Docker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52628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Write a program to create and execute your first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using Docker.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a program to create and execute a Docker container that runs a simple Python script.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9718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the Python script to run inside the container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instructions to build the image environment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2519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structure: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main.py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directories, 2 files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92240" y="14630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(apt install docker.io)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438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92240" y="26517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main.py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92240" y="38404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9224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 build)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438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92240" y="50292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92240" y="5029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Container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 run)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Install Docker &amp; Create the Project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Docker (Ubuntu):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5669280" cy="118872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664208"/>
            <a:ext cx="5266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docker.io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run hello-world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9992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OS: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and Windows users can follow Docker's official installer guides (Docker Desktop).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886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Create the project folder: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4206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containing exactly two files — main.py and Dockerfile: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5669280" cy="1463040"/>
          </a:xfrm>
          <a:prstGeom prst="roundRect">
            <a:avLst>
              <a:gd name="adj" fmla="val 375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745736"/>
            <a:ext cx="52669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main.py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directories, 2 files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37960" y="11887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Write main.py: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37960" y="1536192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39128" y="1664208"/>
            <a:ext cx="46725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python3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print("Docker is magic!")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37960" y="27432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2880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script is intentionally simple — once "Docker is magic!" appears in the terminal, it confirms the whole container pipeline (build → run → execute) is working correctly.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37960" y="44348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base image: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37960" y="47548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hosts many pre-built images. Searching 'python' returns the official Python image — a Linux (Ubuntu) base with Python already installed, exactly what's needed to run main.py.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Dockerfile — Line by Line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Dockerfile describes how to build the image: which base image to start from, what files to copy in, and what command to run when the container starts.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0848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python:latest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1920240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20116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the official Python base image (tag: latest) as the starting point.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0906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main.py /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0" y="2926080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30175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main.py from the host into the image's root folder.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93192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0965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"./main.py"]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0" y="3931920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40233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command that runs automatically when the container starts.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Dockerfile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34924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477256"/>
            <a:ext cx="103875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python:latest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main.py 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 "python", "./main.py" 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Build &amp; Run the Container (Steps 4–5)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Create the Docker image: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5394960" cy="594360"/>
          </a:xfrm>
          <a:prstGeom prst="roundRect">
            <a:avLst>
              <a:gd name="adj" fmla="val 923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664208"/>
            <a:ext cx="4992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python-test 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-t flag names the image — here, python-test. The trailing dot tells Docker to build using the Dockerfile in the current directory.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Run the Docker image: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593592"/>
            <a:ext cx="5394960" cy="594360"/>
          </a:xfrm>
          <a:prstGeom prst="roundRect">
            <a:avLst>
              <a:gd name="adj" fmla="val 923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721608"/>
            <a:ext cx="4992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python-test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43434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image name after docker run. The container starts, executes main.py, and prints its output to the terminal.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1663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349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is magic!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1188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Docker Commands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6364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 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372600" y="1627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images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63640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 rm [name]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372600" y="2084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specific image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63640" y="2542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372600" y="25420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containers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6364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[name]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372600" y="2999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specific container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63640" y="3456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[name]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372600" y="3456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stopped container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26364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[name]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372600" y="3913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 container's logs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Flow &amp; Result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docker.io  —  install Docker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585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2585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main.py + Dockerfile in a project folder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82549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8254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python-test .  —  build the image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39242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3924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python-test  —  run the container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95935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39593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"Docker is magic!"  —  output confirms success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83680" y="16002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is a reusable, version-controllable recipe for building an environment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built once and can be run as many isolated containers as needed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images from Docker Hub avoid installing dependencies (like Python) manually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83680" y="39776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413308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Docker container was created and executed successfully, running a simple Python script and printing "Docker is magic!" to the terminal.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2026-08-28T03:41:11Z</dcterms:created>
  <dcterms:modified xsi:type="dcterms:W3CDTF">2026-08-28T03:41:11Z</dcterms:modified>
</cp:coreProperties>
</file>