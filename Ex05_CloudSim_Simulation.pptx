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7452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37744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463040" y="3063240"/>
            <a:ext cx="926287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463040" y="3063240"/>
            <a:ext cx="9262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05
</a:t>
            </a:r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Simulate a Cloud Scenario Using CloudSim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43484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Simulate a cloud scenario using CloudSim and run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algorithm that is not present in CloudSim.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155448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simulate a cloud scenario using CloudSim and run a scheduling algorithm that is not present in CloudSim, using the Eclipse IDE.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Libraries Used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5577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for Java Developers (64-bit)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CloudSim 3.0.3 toolkit (github.com/Cloudslab/cloudsim)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Commons Math 3.6.1 (dependency library)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Runtime Environment (JRE 1.7 / 1.8)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92240" y="14630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Eclipse,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CloudSim &amp; Commons-Math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5438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92240" y="26517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922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Java Project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Link CloudSim Source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438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92240" y="38404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External JARs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(Commons-Math)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543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492240" y="50292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92240" y="5029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CloudSimExample1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View Output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Download Required Tools (Steps 1–4)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Eclipse IDE for Java Developers (Windows 64-bit) from eclipse.org.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CloudSim 3.0.3 from the Cloudslab GitHub repository.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926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Apache Commons Math 3.6.1 (commons-math3-3.6.1-bin.zip).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cloudsim-3.0.3 and Apache Commons Math 3.6.1 in the local machine.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70916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48463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archives: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cloudsim-3.0.3.zip  •  commons-math3-3.6.1-bin.zip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extracted into the local Projects folder.</a:t>
            </a:r>
            <a:endParaRPr lang="en-US" sz="1300" dirty="0"/>
          </a:p>
        </p:txBody>
      </p:sp>
      <p:pic>
        <p:nvPicPr>
          <p:cNvPr id="12" name="Image 1" descr="/home/claude/assets/e5_eclipse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71600"/>
            <a:ext cx="5074920" cy="337475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537960" y="1371600"/>
            <a:ext cx="5074920" cy="3374758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485608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IDE for Java Developers — download page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Create the Java Project (Steps 5–8)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5–6: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Eclipse; navigate File → New → Project to open the wizard, and select Java Project.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Project Name: CloudSim.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Uncheck 'Use default location' and Browse to the path where CloudSim was unzipped, then click Next.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70916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463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the chosen location shows the bin, docs, examples, jars and sources folders of CloudSim before proceeding.</a:t>
            </a:r>
            <a:endParaRPr lang="en-US" sz="1300" dirty="0"/>
          </a:p>
        </p:txBody>
      </p:sp>
      <p:pic>
        <p:nvPicPr>
          <p:cNvPr id="11" name="Image 1" descr="/home/claude/assets/e5_browse_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280160"/>
            <a:ext cx="4480560" cy="302966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903720" y="1280160"/>
            <a:ext cx="4480560" cy="3029665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903720" y="4419553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the unzipped cloudsim-3.0.3 folder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Add External Libraries (Steps 9–14)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9–11: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Libraries tab. If commons-math3-3.x.jar is missing, click 'Add External JARs'.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12–13: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to the unzipped commons-math binaries, select the JAR, and click Open.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004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external JAR is listed, then click Finish (allow 2–3 minutes to configure).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4709160"/>
            <a:ext cx="5669280" cy="1371600"/>
          </a:xfrm>
          <a:prstGeom prst="roundRect">
            <a:avLst>
              <a:gd name="adj" fmla="val 5333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8463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library set: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cloudsim-3.0.3.jar, cloudsim-examples-3.0.3.jar,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commons-math3-3.2.jar, JRE System Library</a:t>
            </a:r>
            <a:endParaRPr lang="en-US" sz="1300" dirty="0"/>
          </a:p>
        </p:txBody>
      </p:sp>
      <p:pic>
        <p:nvPicPr>
          <p:cNvPr id="11" name="Image 1" descr="/home/claude/assets/e5_libraries_ad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280160"/>
            <a:ext cx="4754880" cy="299962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720840" y="1280160"/>
            <a:ext cx="4754880" cy="2999621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720840" y="4389509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commons-math3-3.2.jar added to the build path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Run CloudSimExample1 (Steps 15–17)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Project Explorer, expand examples → org.cloudbus.cloudsim.examples and locate CloudSimExample1.java.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Double-click to open CloudSimExample1.java — it creates one datacenter with one host and runs one cloudlet on it.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17: 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Run → Run, or press Ctrl+F11, to execute CloudSimExample1.java.</a:t>
            </a:r>
            <a:endParaRPr lang="en-US" sz="1350" dirty="0"/>
          </a:p>
        </p:txBody>
      </p:sp>
      <p:pic>
        <p:nvPicPr>
          <p:cNvPr id="9" name="Image 1" descr="/home/claude/assets/e5_run_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5074920" cy="30179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537960" y="1280160"/>
            <a:ext cx="5074920" cy="3017958"/>
          </a:xfrm>
          <a:prstGeom prst="rect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37960" y="440784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→ Run (Ctrl+F11) to execute the example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Simulation Output &amp; Result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394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successful execution, the Eclipse console shows the CloudSim simulation lifecycle — datacenter and broker startup, VM creation, cloudlet execution, and a final output table with cloudlet status, timing, and completion: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5394960" cy="3337560"/>
          </a:xfrm>
          <a:prstGeom prst="roundRect">
            <a:avLst>
              <a:gd name="adj" fmla="val 164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97180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CloudSimExample1...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Initialising...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CloudSim version 3.0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Datacenter_0 is starting...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 is starting...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0.0: Broker: Cloud Resource List received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0.1: Broker: VM #0 has been created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0.1: Broker: Sending cloudlet 0 to VM #0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400.1: Broker: Cloudlet 0 received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400.1: Broker: All Cloudlets executed.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 completed.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OUTPUT =====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Cloudlet  STATUS   Datacenter VM  Time  Finish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0      SUCCESS      2        0   400   400.1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CloudSimExample1 finished!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160020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CloudSim lets researchers model datacenters, hosts, VMs, and cloudlets without real infrastructure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scheduling algorithms can be plugged in by extending CloudSim's broker/scheduler classes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 models one datacenter, one host, one VM, and one cloudlet completing successfully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0" y="4114800"/>
            <a:ext cx="5029200" cy="2057400"/>
          </a:xfrm>
          <a:prstGeom prst="roundRect">
            <a:avLst>
              <a:gd name="adj" fmla="val 3556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12280" y="427024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scenario was successfully simulated using CloudSim in the Eclipse environment, and CloudSimExample1 executed with the cloudlet completing successfully (Status: SUCCESS).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2026-08-26T05:58:32Z</dcterms:created>
  <dcterms:modified xsi:type="dcterms:W3CDTF">2026-08-26T05:58:32Z</dcterms:modified>
</cp:coreProperties>
</file>