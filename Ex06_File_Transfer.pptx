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648" y="365760"/>
            <a:ext cx="7772400" cy="12329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87452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LABORATORY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097280" y="237744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CS4V51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88720" y="3063240"/>
            <a:ext cx="9811512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88720" y="3063240"/>
            <a:ext cx="9811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Ex.No : 06
</a:t>
            </a:r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 Files Between Virtual Machines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443484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Find a procedure to transfer files from one virtual machine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another virtual machine.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603504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 &amp; Overview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a procedure to transfer files from one virtual machine to another virtual machine, using the facilities built into VirtualBox.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Transfer Methods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324612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&amp; Paste — via Drag and Drop between host and guest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Drive — passing a physical USB device into the VM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Share — a shared folder mounted in the guest OS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92240" y="17373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17373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&amp; Paste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(Devices ▸ Drag and Drop)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38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92240" y="306324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92240" y="30632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Passthrough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(Extension Pack + Filters)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38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438912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92240" y="43891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Folder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(Guest Additions + Auto-mount)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1 — Copy &amp; Paste (Drag and Drop)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option for occasional transfers between the host and a single guest, or between two guest windows on the same host.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4231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→ Guest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file from the host desktop into the running VM window.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29000" y="22860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24231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→ Host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file from inside the VM out onto the host desktop.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22860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AF3EA"/>
          </a:solidFill>
          <a:ln w="12700">
            <a:solidFill>
              <a:srgbClr val="BFE0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24231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dragging in both directions — the recommended setting.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89720" y="22860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24231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option; no drag-and-drop transfer is possible.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FF4E5"/>
          </a:solidFill>
          <a:ln w="12700">
            <a:solidFill>
              <a:srgbClr val="FFD5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6177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
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With the virtual machine running, select Devices → Drag and Drop from the VM window menu.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Choose Bidirectional for the best results.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Drag files directly between the host desktop and the guest OS window.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2 — Transfer via a USB Stick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VirtualBox Extension Pack from virtualbox.org/wiki/Downloads to enable USB device access.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12140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USB device to be used for the transfer.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054096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VirtualBox → File → Preferences → Extensions, click +, browse to the downloaded Extension Pack, then Install.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398678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USB is enabled under Settings → USB, choosing the appropriate controller (1.1 / 2.0 / 3.0).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491947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onto the USB device from one VM, then access the same device from another VM to complete the transfer.</a:t>
            </a:r>
            <a:endParaRPr lang="en-US" sz="1350" dirty="0"/>
          </a:p>
        </p:txBody>
      </p:sp>
      <p:pic>
        <p:nvPicPr>
          <p:cNvPr id="11" name="Image 1" descr="/home/claude/assets/e6_usb_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54480"/>
            <a:ext cx="5074920" cy="200183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537960" y="1554480"/>
            <a:ext cx="5074920" cy="200183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37960" y="366604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Settings — USB controller enabled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537960" y="40690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AF3EA"/>
          </a:solidFill>
          <a:ln w="12700">
            <a:solidFill>
              <a:srgbClr val="BFE0B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766560" y="42062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Device Filters can be added so a specific device is automatically captured by the VM whenever it is plugged in.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3 — Create a Shared Folder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VirtualBox Guest Additions via Devices → Install Guest Additions, browsing to the EXE and finishing with default options.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Devices → Shared Folders → Shared Folders Settings, click +, then in Folder Path choose Other and browse to the host folder to share.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38328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Add Share window, give the share a name — keeping it the same in guest and host is best practice.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Auto-mount and Make permanent, then click OK.</a:t>
            </a:r>
            <a:endParaRPr lang="en-US" sz="1350" dirty="0"/>
          </a:p>
        </p:txBody>
      </p:sp>
      <p:pic>
        <p:nvPicPr>
          <p:cNvPr id="10" name="Image 1" descr="/home/claude/assets/e6_shared_fol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188720"/>
            <a:ext cx="5166360" cy="290607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46520" y="1188720"/>
            <a:ext cx="5166360" cy="2906078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46520" y="420452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Share dialog — folder path, name, and auto-mount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46520" y="443484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75120" y="457200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guest OS: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appears under the usual network-share location — for example, under Network Locations in Windows Explorer on a Windows guest.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Comparison &amp; Result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Method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691640"/>
            <a:ext cx="109728" cy="1051560"/>
          </a:xfrm>
          <a:prstGeom prst="roundRect">
            <a:avLst/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64792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&amp; Paste
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Quick, one-off files
</a:t>
            </a:r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beyond enabling Drag &amp; Drop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880360"/>
            <a:ext cx="109728" cy="105156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953512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Drive
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 files, offline transfer
</a:t>
            </a:r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Extension Pack + physical device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406908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4069080"/>
            <a:ext cx="109728" cy="1051560"/>
          </a:xfrm>
          <a:prstGeom prst="roundRect">
            <a:avLst/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142232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Share
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Frequent, ongoing transfers
</a:t>
            </a:r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Guest Additions; persists across sessions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83680" y="16002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supports at least three built-in ways to move files without external tools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Additions unlock both drag-and-drop and shared folders — install them first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folders are the most durable option for ongoing work between VMs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83680" y="3977640"/>
            <a:ext cx="5029200" cy="2194560"/>
          </a:xfrm>
          <a:prstGeom prst="roundRect">
            <a:avLst>
              <a:gd name="adj" fmla="val 3333"/>
            </a:avLst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4133088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
</a:t>
            </a:r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procedure to transfer files from one virtual machine to another virtual machine — via copy-paste, USB device, and network shared folder — was found and executed successfully.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2026-08-26T14:12:29Z</dcterms:created>
  <dcterms:modified xsi:type="dcterms:W3CDTF">2026-08-26T14:12:29Z</dcterms:modified>
</cp:coreProperties>
</file>