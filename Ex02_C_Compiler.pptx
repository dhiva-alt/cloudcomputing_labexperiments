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648" y="365760"/>
            <a:ext cx="7772400" cy="12329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92024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LABORATORY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097280" y="242316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CS4V51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920240" y="3108960"/>
            <a:ext cx="8348472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920240" y="3108960"/>
            <a:ext cx="8348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Ex.No : 02
</a:t>
            </a:r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Virtual Machine – C Compiler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434340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Install a C compiler in the virtual machine created using VirtualBox,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execute simple C programs.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603504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 &amp; Overview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install a C compiler in the virtual machine created using VirtualBox, and execute simple C programs inside the guest OS.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Used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333756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VMware Player / VirtualBox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OS: CorePlus (lightweight Linux distro)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manager: tce-load (Tiny Core Extension loader)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suite: compiletc (GCC toolchain for Tiny Core)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92240" y="146304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14630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CorePlus VM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380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92240" y="26517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9224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Compiler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(tce-load compiletc)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3800" y="3520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38404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92240" y="3840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Program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(sudo editor)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3800" y="4709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92240" y="502920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92240" y="5029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&amp; Run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(cc + ./a.out)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Setup VM &amp; Install Compiler (Steps 1–3)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VMware Player and host the virtual machine (CorePlus).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9659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VMware workstation / VirtualBox and power on the CorePlus virtual machine.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guest OS loads, open the terminal and run: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tc@box:~$ tce-load -wi compiletc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downloads and installs GCC and the required libraries (bison, gettext, file, etc.).</a:t>
            </a:r>
            <a:endParaRPr lang="en-US" sz="1400" dirty="0"/>
          </a:p>
        </p:txBody>
      </p:sp>
      <p:pic>
        <p:nvPicPr>
          <p:cNvPr id="9" name="Image 1" descr="/home/claude/assets/e2_vmmanag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120640" cy="285876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92240" y="1188720"/>
            <a:ext cx="5120640" cy="2858762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92240" y="413892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Manager — CorePlus VM running</a:t>
            </a:r>
            <a:endParaRPr lang="en-US" sz="1100" dirty="0"/>
          </a:p>
        </p:txBody>
      </p:sp>
      <p:pic>
        <p:nvPicPr>
          <p:cNvPr id="12" name="Image 2" descr="/home/claude/assets/e2_tce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50402"/>
            <a:ext cx="3840480" cy="15179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132320" y="4550402"/>
            <a:ext cx="3840480" cy="1517976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492240" y="615981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tce-load -wi compiletc command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Write &amp; Compile the Program (Steps 4–7)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 and type sudo editor. A text window opens — type the C program and save it with a .c extension.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completing the program, exit the editor with CTRL+Q, returning to the terminal.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the program: tc@box:~$ cc demo.c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379476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compiled output: tc@box:~$ ./a.out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4709160"/>
            <a:ext cx="5760720" cy="1417320"/>
          </a:xfrm>
          <a:prstGeom prst="roundRect">
            <a:avLst>
              <a:gd name="adj" fmla="val 5161"/>
            </a:avLst>
          </a:prstGeom>
          <a:solidFill>
            <a:srgbClr val="EFEFF7"/>
          </a:solidFill>
          <a:ln w="12700">
            <a:solidFill>
              <a:srgbClr val="CFCF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8463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run:
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year: 1991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1991 is not a Leap Year</a:t>
            </a:r>
            <a:endParaRPr lang="en-US" sz="1250" dirty="0"/>
          </a:p>
        </p:txBody>
      </p:sp>
      <p:pic>
        <p:nvPicPr>
          <p:cNvPr id="12" name="Image 1" descr="/home/claude/assets/e2_sudoed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120640" cy="39198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92240" y="1188720"/>
            <a:ext cx="5120640" cy="3919820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92240" y="51999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launching 'sudo editor'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 Program — Leap Year Check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C program checks whether a given year is a Leap Year, typed inside the CorePlus text editor and saved with a .c extension: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286000"/>
            <a:ext cx="5394960" cy="3794760"/>
          </a:xfrm>
          <a:prstGeom prst="roundRect">
            <a:avLst>
              <a:gd name="adj" fmla="val 1446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395728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#include&lt;stdio.h&gt;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y;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printf("Enter the Year");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scanf("%d",&amp;y);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if(y%4==0) {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if(y%100==0)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if(y%400==0)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printf("%d is a Leap Year");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else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printf("%d is not Leap Year");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printf("%d is a Leap Year");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printf("%d is not Leap Year");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pic>
        <p:nvPicPr>
          <p:cNvPr id="9" name="Image 1" descr="/home/claude/assets/e2_c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5029200" cy="29818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75120" y="1371600"/>
            <a:ext cx="5029200" cy="2981852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75120" y="44448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typed in the editor (nano/vi-style)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675120" y="4856372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4E5"/>
          </a:solidFill>
          <a:ln w="12700">
            <a:solidFill>
              <a:srgbClr val="FFD59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0" y="49661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&amp; Run: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tc@box:~$ cc demo.c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tc@box:~$ ./a.out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year: 1991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1991 is not a Leap Year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Downloaded Packages &amp; Result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download: 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tce-load fetches diffutils, gettext, bison and compiletc from the Tiny Core repository, then confirms each is OK before returning to the prompt.</a:t>
            </a:r>
            <a:endParaRPr lang="en-US" sz="1450" dirty="0"/>
          </a:p>
        </p:txBody>
      </p:sp>
      <p:pic>
        <p:nvPicPr>
          <p:cNvPr id="7" name="Image 1" descr="/home/claude/assets/e2_downloa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651760"/>
            <a:ext cx="4572000" cy="325985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234440" y="2651760"/>
            <a:ext cx="4572000" cy="325985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6003057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&amp; library packages downloading successfully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83680" y="160020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Core Linux keeps the guest OS minimal — packages load on demand via tce-load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compiletc bundles GCC with the libraries needed to build and run C programs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cc → ./a.out workflow used here applies to any C program on the VM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583680" y="3794760"/>
            <a:ext cx="5029200" cy="2331720"/>
          </a:xfrm>
          <a:prstGeom prst="roundRect">
            <a:avLst>
              <a:gd name="adj" fmla="val 3137"/>
            </a:avLst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12280" y="39776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
</a:t>
            </a:r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compiler (GCC via compiletc) was successfully installed in the CorePlus virtual machine, and a sample C program (Leap Year check) was written, compiled with cc, and executed successfully using ./a.out.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2026-08-21T04:13:48Z</dcterms:created>
  <dcterms:modified xsi:type="dcterms:W3CDTF">2026-08-21T04:13:48Z</dcterms:modified>
</cp:coreProperties>
</file>