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463040" y="3063240"/>
            <a:ext cx="926287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3063240"/>
            <a:ext cx="9262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04
</a:t>
            </a:r>
            <a:pPr algn="ctr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GAE Launcher to Launch Web Applications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4348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Use the GAE launcher (Google Cloud SDK / gcloud) to build,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deploy, and launch a static web application on Google App Engine.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the GAE launcher (Google Cloud SDK / gcloud tool) to launch a static web application on Google App Engine.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Console — project creation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SDK (gcloud CLI)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app.yaml — App Engine configuration file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assets: index.html, style.css, images, JS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92240" y="14630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Project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38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26517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Project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(www/)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38404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app.yaml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38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50292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92240" y="5029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(gcloud app deploy)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Setup Project &amp; Structure (Steps 1–7)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Cloud Console project (or retrieve an existing project ID); open the project page.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and initialize the Google Cloud SDK; download the SDK for the host OS.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website to host on App Engine and set up the basic project structure.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48640" y="4069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used in this guide: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537960" y="1188720"/>
            <a:ext cx="5074920" cy="5029200"/>
          </a:xfrm>
          <a:prstGeom prst="roundRect">
            <a:avLst>
              <a:gd name="adj" fmla="val 109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316736"/>
            <a:ext cx="4672584" cy="477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[project-id]/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app.yaml        - App Engine settings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www/            - static files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css/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style.css   - stylesheet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images/       - optional images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js/           - optional JavaScript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index.html    - website content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Creating app.yaml (Step 8)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app.yaml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configuration file that tells App Engine how to map incoming URLs to static files. The handlers below load </a:t>
            </a:r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www/index.html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root URL, and serve any other file directly from the </a:t>
            </a:r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www/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directory.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17520"/>
            <a:ext cx="5669280" cy="1965960"/>
          </a:xfrm>
          <a:prstGeom prst="roundRect">
            <a:avLst>
              <a:gd name="adj" fmla="val 3721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15468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a directory with the same name as the project ID (found in Cloud Console).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Inside it, create a file named app.yaml.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the configuration shown on the right to the file.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37960" y="1188720"/>
            <a:ext cx="5074920" cy="3794760"/>
          </a:xfrm>
          <a:prstGeom prst="roundRect">
            <a:avLst>
              <a:gd name="adj" fmla="val 144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39128" y="1316736"/>
            <a:ext cx="4672584" cy="3538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runtime: python27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api_version: 1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threadsafe: true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url: /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static_files: www/index.html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upload: www/index.html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url: /(.*)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static_files: www/\1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upload: www/(.*)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37960" y="50749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app.yaml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index.html &amp; Deployment (Steps 9–11)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index.html — served when someone visits the root page. Store it inside the www/ directory.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5669280" cy="3108960"/>
          </a:xfrm>
          <a:prstGeom prst="roundRect">
            <a:avLst>
              <a:gd name="adj" fmla="val 176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139696"/>
            <a:ext cx="52669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&lt;title&gt;Hello, world!&lt;/title&gt;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 type="text/css"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href="/css/style.css"&gt;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&lt;h1&gt;Hello, world!&lt;/h1&gt;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a simple static HTML file that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will be served from Google App Engine.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37960" y="118872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from the project's root directory (where app.yaml sits), run: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37960" y="1783080"/>
            <a:ext cx="5074920" cy="594360"/>
          </a:xfrm>
          <a:prstGeom prst="roundRect">
            <a:avLst>
              <a:gd name="adj" fmla="val 923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911096"/>
            <a:ext cx="4672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app deploy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256032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flags: 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--project [PROJECT_ID]   choose a Cloud Console project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 [VERSION_ID]                    set a version ID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37960" y="342900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deployed app in the browser: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537960" y="3886200"/>
            <a:ext cx="5074920" cy="594360"/>
          </a:xfrm>
          <a:prstGeom prst="roundRect">
            <a:avLst>
              <a:gd name="adj" fmla="val 9231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39128" y="4014216"/>
            <a:ext cx="46725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app browse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537960" y="46634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20840" y="48006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Launches:  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https://PROJECT_ID.REGION_ID.r.appspot.com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default browser, showing the deployed static site.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 &amp; Result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9728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init  —  authenticate &amp; select project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25856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258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2585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app.yaml with URL handlers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82549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282549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static content under www/ (index.html, css/, images/)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39242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33924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339242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app deploy  —  uploads &amp; builds the app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95935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9593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39593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gcloud app browse  —  opens the live appspot.com URL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83680" y="160020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GAE launcher (gcloud CLI) replaces the old standalone GoogleAppEngineLauncher GUI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app.yaml is the single source of truth mapping URLs to static or dynamic handlers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gcloud app deploy handles packaging, upload, and versioning in one command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583680" y="3931920"/>
            <a:ext cx="5029200" cy="1737360"/>
          </a:xfrm>
          <a:prstGeom prst="roundRect">
            <a:avLst>
              <a:gd name="adj" fmla="val 4211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12280" y="4087368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GAE launcher was used successfully to build, deploy, and launch a static web application on Google App Engine.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2026-08-25T12:13:59Z</dcterms:created>
  <dcterms:modified xsi:type="dcterms:W3CDTF">2026-08-25T12:13:59Z</dcterms:modified>
</cp:coreProperties>
</file>