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648" y="365760"/>
            <a:ext cx="7772400" cy="12329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82880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LABORATORY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097280" y="2331720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CS4V51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97280" y="3017520"/>
            <a:ext cx="9994392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3017520"/>
            <a:ext cx="9994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Ex.No : 07
</a:t>
            </a:r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Install Hadoop Single Node Cluster &amp;</a:t>
            </a:r>
            <a:endParaRPr lang="en-US" sz="20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a WordCount Application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452628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Find the procedure to set up a one-node Hadoop cluster,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run simple applications like WordCount using MapReduce.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6035040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 &amp; Overview — What is Hadoop?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procedure to set up a one-node Hadoop cluster, and run simple applications like WordCount using MapReduce.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33172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Hadoop is an open-source framework for storage and large-scale processing of data-sets on clusters of commodity hardware.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2004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36118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Common —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and utilities used by other modules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409651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—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file-system storing data across the cluster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458114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YARN —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 &amp; job scheduling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506577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MapReduce —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model for large-scale data processing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37960" y="118872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1B1B4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37960" y="1188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Java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Setup SSH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589520" y="1965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▼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37960" y="2221992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37960" y="22219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Hadoop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Env Variables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589520" y="29992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▼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537960" y="3255264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1B1B4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537960" y="325526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Files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589520" y="40325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▼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537960" y="4288536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537960" y="4288536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HDFS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Daemons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589520" y="50657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▼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537960" y="5321808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1B1B4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537960" y="532180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WordCount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MapReduce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— Install Java &amp; Configure SSH (Steps 1–5)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Java (prerequisite for Hadoop):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527048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45920"/>
            <a:ext cx="5029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update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install openjdk-7-jdk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install openjdk-7-jre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28529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SSH server for password-less setup: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236976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35584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install openssh-server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401421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 SSH key pair: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398264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451713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ssh-keygen -t rsa -P "" -f ~/.ssh/id_rsa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263640" y="114300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4–5: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password-less SSH to localhost, then create the hadoop group and user account: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63640" y="1783080"/>
            <a:ext cx="5349240" cy="1554480"/>
          </a:xfrm>
          <a:prstGeom prst="roundRect">
            <a:avLst>
              <a:gd name="adj" fmla="val 352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46520" y="1901952"/>
            <a:ext cx="49834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$HOME/.ssh/id_rsa.pub &gt;&gt; \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$HOME/.ssh/authorized_keys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addgroup hadoop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adduser --ingroup hadoop hadoop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63640" y="352044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EAF3EA"/>
          </a:solidFill>
          <a:ln w="12700">
            <a:solidFill>
              <a:srgbClr val="BFE0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365760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
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Hadoop is written in Java, so a JDK/JRE is required to run its daemons.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Hadoop's master node communicates with worker nodes over SSH — even in a single-node setup, it SSHes into 'localhost', so password-less login must work.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Running Hadoop under its own 'hadoop' user isolates its files and permissions from other system accounts.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— Extract Hadoop &amp; Set Environment (Steps 6–13)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6–9: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hadoop-2.7.0.tar.gz to home, extract it, set ownership to the hadoop user, and create HDFS directories: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5669280" cy="1965960"/>
          </a:xfrm>
          <a:prstGeom prst="roundRect">
            <a:avLst>
              <a:gd name="adj" fmla="val 2791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084832"/>
            <a:ext cx="530352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tar -xzvf hadoop-2.7.0.tar.gz \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-C /usr/local/lib/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chown -R hadoop:hadoop \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/usr/local/lib/hadoop-2.7.0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mkdir -p /var/lib/hadoop/hdfs/namenode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mkdir -p /var/lib/hadoop/hdfs/datanode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chown -R hadoop /var/lib/hadoop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10–13: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Java, then add environment variables to ~/.bashrc and reload it: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FFF4E5"/>
          </a:solidFill>
          <a:ln w="12700">
            <a:solidFill>
              <a:srgbClr val="FFD5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8920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readlink -f /usr/bin/java reveals the real Java install path, needed for JAVA_HOME.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37960" y="1143000"/>
            <a:ext cx="5074920" cy="4937760"/>
          </a:xfrm>
          <a:prstGeom prst="roundRect">
            <a:avLst>
              <a:gd name="adj" fmla="val 1111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0840" y="1261872"/>
            <a:ext cx="4709160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JAVA_HOME=/usr/lib/jvm/java-7-openjdk-amd64</a:t>
            </a:r>
            <a:endParaRPr lang="en-US" sz="10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HADOOP_INSTALL=/usr/local/lib/hadoop-2.7.0</a:t>
            </a:r>
            <a:endParaRPr lang="en-US" sz="10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PATH=$PATH:$HADOOP_INSTALL/bin</a:t>
            </a:r>
            <a:endParaRPr lang="en-US" sz="10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PATH=$PATH:$HADOOP_INSTALL/sbin</a:t>
            </a:r>
            <a:endParaRPr lang="en-US" sz="10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HADOOP_MAPRED_HOME=$HADOOP_INSTALL</a:t>
            </a:r>
            <a:endParaRPr lang="en-US" sz="10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HADOOP_COMMON_HOME=$HADOOP_INSTALL</a:t>
            </a:r>
            <a:endParaRPr lang="en-US" sz="10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HADOOP_HDFS_HOME=$HADOOP_INSTALL</a:t>
            </a:r>
            <a:endParaRPr lang="en-US" sz="10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YARN_HOME=$HADOOP_INSTALL</a:t>
            </a:r>
            <a:endParaRPr lang="en-US" sz="10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HADOOP_COMMON_LIB_NATIVE_DIR=\</a:t>
            </a:r>
            <a:endParaRPr lang="en-US" sz="10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$HADOOP_INSTALL/lib/native</a:t>
            </a:r>
            <a:endParaRPr lang="en-US" sz="10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HADOOP_OPTS=\</a:t>
            </a:r>
            <a:endParaRPr lang="en-US" sz="10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"-Djava.library.path=$HADOOP_INSTALL/lib/native"</a:t>
            </a:r>
            <a:endParaRPr lang="en-US" sz="1080" dirty="0"/>
          </a:p>
          <a:p>
            <a:pPr indent="0" marL="0">
              <a:lnSpc>
                <a:spcPct val="110000"/>
              </a:lnSpc>
              <a:buNone/>
            </a:pPr>
            <a:endParaRPr lang="en-US" sz="10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~/.bashrc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— Configure Hadoop XML Files (Steps 14–19)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5440680" cy="2514600"/>
          </a:xfrm>
          <a:prstGeom prst="roundRect">
            <a:avLst>
              <a:gd name="adj" fmla="val 2182"/>
            </a:avLst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2344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core-site.xml  </a:t>
            </a:r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(Step 14)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5087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default filesystem URI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1828800"/>
            <a:ext cx="5166360" cy="1691640"/>
          </a:xfrm>
          <a:prstGeom prst="roundRect">
            <a:avLst>
              <a:gd name="adj" fmla="val 324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1947672"/>
            <a:ext cx="480060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&lt;property&gt;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&lt;name&gt;fs.default.name&lt;/name&gt;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&lt;value&gt;hdfs://localhost:9000&lt;/value&gt;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&lt;/property&gt;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143000"/>
            <a:ext cx="5440680" cy="2514600"/>
          </a:xfrm>
          <a:prstGeom prst="roundRect">
            <a:avLst>
              <a:gd name="adj" fmla="val 2182"/>
            </a:avLst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12344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yarn-site.xml  </a:t>
            </a:r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(Step 15)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0" y="15087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NodeManager auxiliary services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1828800"/>
            <a:ext cx="5166360" cy="1691640"/>
          </a:xfrm>
          <a:prstGeom prst="roundRect">
            <a:avLst>
              <a:gd name="adj" fmla="val 324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0" y="1947672"/>
            <a:ext cx="480060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&lt;property&gt;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&lt;name&gt;yarn.nodemanager.aux-services&lt;/name&gt;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&lt;value&gt;mapreduce_shuffle&lt;/value&gt;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&lt;/property&gt;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886200"/>
            <a:ext cx="5440680" cy="2514600"/>
          </a:xfrm>
          <a:prstGeom prst="roundRect">
            <a:avLst>
              <a:gd name="adj" fmla="val 2182"/>
            </a:avLst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39776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mapred-site.xml  </a:t>
            </a:r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(Steps 16–17)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5800" y="42519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 from template; sets the MR framework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85800" y="4572000"/>
            <a:ext cx="5166360" cy="1691640"/>
          </a:xfrm>
          <a:prstGeom prst="roundRect">
            <a:avLst>
              <a:gd name="adj" fmla="val 324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690872"/>
            <a:ext cx="480060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&lt;property&gt;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&lt;name&gt;mapreduce.framework.name&lt;/name&gt;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&lt;value&gt;yarn&lt;/value&gt;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&lt;/property&gt;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263640" y="3886200"/>
            <a:ext cx="5440680" cy="2514600"/>
          </a:xfrm>
          <a:prstGeom prst="roundRect">
            <a:avLst>
              <a:gd name="adj" fmla="val 2182"/>
            </a:avLst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39776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hdfs-site.xml  </a:t>
            </a:r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(Step 18)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400800" y="425196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replication factor &amp; data directories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0" y="4572000"/>
            <a:ext cx="5166360" cy="1691640"/>
          </a:xfrm>
          <a:prstGeom prst="roundRect">
            <a:avLst>
              <a:gd name="adj" fmla="val 324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0" y="4690872"/>
            <a:ext cx="480060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&lt;property&gt;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&lt;name&gt;dfs.replication&lt;/name&gt;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&lt;value&gt;1&lt;/value&gt;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&lt;/property&gt;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48640" y="6263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19: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JAVA_HOME and PATH in /etc/profile as well, then run: source /etc/profile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— Format &amp; Start the Cluster (Steps 20–22)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20: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the NameNode (only once, before first use):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1536192"/>
            <a:ext cx="5669280" cy="54864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5506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hdfs namenode –format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286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21: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hadoop user and start the daemons: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679192"/>
            <a:ext cx="5669280" cy="822960"/>
          </a:xfrm>
          <a:prstGeom prst="roundRect">
            <a:avLst>
              <a:gd name="adj" fmla="val 666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798064"/>
            <a:ext cx="5303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start-dfs.sh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start-yarn.sh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65760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22: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jps — expect NameNode, DataNode, SecondaryNameNode, ResourceManager, and NodeManager: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434840"/>
            <a:ext cx="5669280" cy="1828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4553712"/>
            <a:ext cx="53035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jps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6334 SecondaryNameNode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6498 ResourceManager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6142 DataNode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5990 NameNode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6696 NodeManager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6927 Jps</a:t>
            </a:r>
            <a:endParaRPr lang="en-US" sz="1250" dirty="0"/>
          </a:p>
        </p:txBody>
      </p:sp>
      <p:pic>
        <p:nvPicPr>
          <p:cNvPr id="15" name="Image 1" descr="/home/claude/assets/e7_namenode_u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80160"/>
            <a:ext cx="5074920" cy="168638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537960" y="1280160"/>
            <a:ext cx="5074920" cy="168638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37960" y="3076274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NameNode web UI (localhost:50070) + jps daemons running</a:t>
            </a:r>
            <a:endParaRPr lang="en-US" sz="1050" dirty="0"/>
          </a:p>
        </p:txBody>
      </p:sp>
      <p:pic>
        <p:nvPicPr>
          <p:cNvPr id="18" name="Image 2" descr="/home/claude/assets/e7_hdfs_brow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703320"/>
            <a:ext cx="5074920" cy="1772969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537960" y="3703320"/>
            <a:ext cx="5074920" cy="1772969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37960" y="5586017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dfs -mkdir /userdata — browsing HDFS via the web UI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MapReduce — WordCount Program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MapReduce program has a </a:t>
            </a:r>
            <a:pPr indent="0" marL="0">
              <a:buNone/>
            </a:pPr>
            <a:r>
              <a:rPr lang="en-US" sz="1250" b="1" dirty="0">
                <a:solidFill>
                  <a:srgbClr val="1B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Map()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step that filters/sorts data and a </a:t>
            </a:r>
            <a:pPr indent="0" marL="0">
              <a:buNone/>
            </a:pPr>
            <a:r>
              <a:rPr lang="en-US" sz="1250" b="1" dirty="0">
                <a:solidFill>
                  <a:srgbClr val="1B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Reduce()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step that summarizes it. WordCount tokenizes each line and counts occurrences of every word.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6060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 tokenizes its local data and emits (word, 1) pairs to temporary storage.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6118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redistributed by key so all pairs for a word land on the same worker.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452628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46177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worker sums the counts per word, in parallel, producing the final totals.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17920" y="1143000"/>
            <a:ext cx="5394960" cy="5257800"/>
          </a:xfrm>
          <a:prstGeom prst="roundRect">
            <a:avLst>
              <a:gd name="adj" fmla="val 104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1243584"/>
            <a:ext cx="502920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WordCount {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public static class TokenizerMapper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extends Mapper&lt;Object,Text,Text,IntWritable&gt;{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IntWritable one = new IntWritable(1);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 word = new Text();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map(Object key, Text value,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Context context) {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StringTokenizer itr = new StringTokenizer(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value.toString());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while (itr.hasMoreTokens()) {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word.set(itr.nextToken());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context.write(word, one);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}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public static class IntSumReducer extends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Reducer&lt;Text,IntWritable,Text,IntWritable&gt;{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reduce(Text key,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Iterable&lt;IntWritable&gt; values,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Context context) {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int sum = 0;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for (IntWritable val : values)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+= val.get();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context.write(key, new IntWritable(sum));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public static void main(String[] args) {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 job = Job.getInstance();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job.setMapperClass(TokenizerMapper.class);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job.setCombinerClass(IntSumReducer.class);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job.setReducerClass(IntSumReducer.class);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FileInputFormat.addInputPath(job,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Path(args[0]));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FileOutputFormat.setOutputPath(job,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Path(args[1]));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job.waitForCompletion(true);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88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8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Compile, Run &amp; Result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Set environment: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444752"/>
            <a:ext cx="5577840" cy="868680"/>
          </a:xfrm>
          <a:prstGeom prst="roundRect">
            <a:avLst>
              <a:gd name="adj" fmla="val 6316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563624"/>
            <a:ext cx="5212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JAVA_HOME=/usr/java/default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PATH=${JAVA_HOME}/bin:${PATH}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HADOOP_CLASSPATH=${JAVA_HOME}/lib/tools.jar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4505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Compile to a JAR: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743200"/>
            <a:ext cx="5577840" cy="777240"/>
          </a:xfrm>
          <a:prstGeom prst="roundRect">
            <a:avLst>
              <a:gd name="adj" fmla="val 705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862072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bin/hadoop com.sun.tools.javac.Main WordCount.java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 cf wc.jar WordCount*.class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36576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Run the application: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950208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406908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bin/hadoop jar wc.jar WordCount \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/user/joe/wordcount/input /user/joe/wordcount/output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48640" y="46634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View the output: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956048"/>
            <a:ext cx="5577840" cy="1600200"/>
          </a:xfrm>
          <a:prstGeom prst="roundRect">
            <a:avLst>
              <a:gd name="adj" fmla="val 342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5074920"/>
            <a:ext cx="521208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bin/hadoop fs -cat /user/joe/wordcount/output/part-r-00000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Bye 1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Goodbye 1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Hadoop 2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2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 2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537960" y="11430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537960" y="1554480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single-node Hadoop cluster runs HDFS + YARN daemons all on one machine, useful for learning and development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JAVA_HOME and password-less SSH are the two most common setup blockers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WordCount is the 'Hello World' of MapReduce — it proves the Map, Shuffle, and Reduce pipeline works end-to-end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537960" y="411480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1B1B4B"/>
          </a:solidFill>
          <a:ln w="12700">
            <a:solidFill>
              <a:srgbClr val="1B1B4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66560" y="4270248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
</a:t>
            </a:r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one-node Hadoop cluster was installed successfully, and the WordCount program demonstrating the Map and Reduce tasks was run successfully.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2026-08-28T03:39:14Z</dcterms:created>
  <dcterms:modified xsi:type="dcterms:W3CDTF">2026-08-28T03:39:14Z</dcterms:modified>
</cp:coreProperties>
</file>